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  <p:embeddedFont>
      <p:font typeface="Manrope ExtraBold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anropeSemiBold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anropeExtraBold-bold.fntdata"/><Relationship Id="rId6" Type="http://schemas.openxmlformats.org/officeDocument/2006/relationships/slide" Target="slides/slide1.xml"/><Relationship Id="rId18" Type="http://schemas.openxmlformats.org/officeDocument/2006/relationships/font" Target="fonts/Manrope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5dd6731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5dd6731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dd6731f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dd6731f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5dd6731f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5dd6731f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dd6731f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5dd6731f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dd6731f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dd6731f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5dd6731f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5dd6731f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dd6731f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5dd6731f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dd6731f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5dd6731f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5dd6731f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5dd6731f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dd6731f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5dd6731f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ckground redro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11700" y="30650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5" y="391618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1688" y="347248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Solution Overview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75600" y="1278512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is your proposed solution?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differentiates your approach from traditional candidate matching systems?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JD Understanding &amp; Candidate Evaluatio</a:t>
            </a: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are the key requirements extracted from the JD?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Which candidate signals are most important for determining relevance? / How does your solution evaluate candidate fit beyond keyword matching?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Ranking Methodology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does your system retrieve, score, and rank candidates?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models, algorithms, or heuristics are used?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are multiple candidate signals combined into a final ranking?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Explainability &amp; Data Validation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are ranking decisions explained?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 you prevent hallucinations or unsupported justifications?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does your solution handle inconsistent, low-quality, or suspicious profiles?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End-to-End Workflow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is the complete workflow from JD input to ranked candidate output?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System Architecture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Results &amp; Performance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results or insights demonstrate ranking quality?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does your solution meet the challenge's runtime and compute constraints?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Technologies Used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technologies, frameworks, and tools were used and why were they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selected for this solution?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Submission Assets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80500" y="1278500"/>
            <a:ext cx="7968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Github video etc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title="thank you slid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